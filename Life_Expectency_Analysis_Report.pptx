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21" autoAdjust="0"/>
    <p:restoredTop sz="94660"/>
  </p:normalViewPr>
  <p:slideViewPr>
    <p:cSldViewPr snapToGrid="0">
      <p:cViewPr varScale="1">
        <p:scale>
          <a:sx n="46" d="100"/>
          <a:sy n="46" d="100"/>
        </p:scale>
        <p:origin x="53" y="38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9A1314-664A-E07F-E43D-18AA4EC05D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3B6E836-6712-2EC7-1A25-BCBB3E43CD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8906E8-3708-7BAB-D9B5-26A5B32E51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B8E354-4889-4880-A52E-3B4182758053}" type="datetimeFigureOut">
              <a:rPr lang="en-IN" smtClean="0"/>
              <a:t>24-12-2025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3FD623-D009-AAA6-B380-81A5AF4CB4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4D19CA-1EBE-E841-7689-CA21C57757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0433BE-4CD3-4EFC-A9D8-F1405B9CDB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8594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7A3460-E671-E0A1-B867-C4A8ADEDE9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9A4245-532E-6AB2-AA22-BB0625D07E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5BF1F4-C5BF-7814-6E91-96FC058D68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B8E354-4889-4880-A52E-3B4182758053}" type="datetimeFigureOut">
              <a:rPr lang="en-IN" smtClean="0"/>
              <a:t>24-12-2025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64DC84-FE5E-6B07-EDB4-59C7BFEF69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936C84-BE4E-5EFB-575F-4E316FD283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0433BE-4CD3-4EFC-A9D8-F1405B9CDB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54229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F62F77-2ABC-E031-8323-F99AE30FAD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D64E33-02DF-A7FD-C6D2-95963EDE0B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81F6DA-90E0-24D2-DB44-E62FA7F8F1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B8E354-4889-4880-A52E-3B4182758053}" type="datetimeFigureOut">
              <a:rPr lang="en-IN" smtClean="0"/>
              <a:t>24-12-2025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6E26FB-5581-B618-37C0-6EA17CE526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25315B-37C0-4529-B99B-866E51F1EE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0433BE-4CD3-4EFC-A9D8-F1405B9CDB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22051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678512-8DBD-1018-BAB5-C8B54BCAE9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F41BE2-23D5-058A-4DFC-1FDA088719E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99A3F67-38C5-D7D8-66F6-711DF8B49D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E76024-FE87-430C-20FE-A5587F6C88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B8E354-4889-4880-A52E-3B4182758053}" type="datetimeFigureOut">
              <a:rPr lang="en-IN" smtClean="0"/>
              <a:t>24-12-2025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AEAB4C-1C50-A264-38A7-12A78F66FB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CAD9E2-8D79-6D6B-517D-6151634E3D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0433BE-4CD3-4EFC-A9D8-F1405B9CDB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137766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53E579-BD8F-33DB-BE2B-D181121FC3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4CB5DB-0A8A-717E-A2A9-A81C6C196D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F96E6C0-1E9F-58F9-A585-73CB35C3E8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394008-307B-FD15-A57F-559D8448BE6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F71E640-672A-86B0-D094-2D55D924C1E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345360E-DC4A-DADD-ADEE-C8492C6241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B8E354-4889-4880-A52E-3B4182758053}" type="datetimeFigureOut">
              <a:rPr lang="en-IN" smtClean="0"/>
              <a:t>24-12-2025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8BA54A7-50FF-A766-A1B5-C4B3FB249F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C125D2C-3EE2-2D7C-682A-8C913D0C8F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0433BE-4CD3-4EFC-A9D8-F1405B9CDB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780579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444753-150E-D932-8E88-F1D44E93E8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0BFF0C5-5ED5-800C-4471-8282900F31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B8E354-4889-4880-A52E-3B4182758053}" type="datetimeFigureOut">
              <a:rPr lang="en-IN" smtClean="0"/>
              <a:t>24-12-2025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8CBC69C-E114-1A35-FC12-FBA407506F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D8FF26B-DEE7-C166-DC85-3B055C5CE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0433BE-4CD3-4EFC-A9D8-F1405B9CDB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33484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06410FB-62B3-A13E-1E42-228A7A8806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B8E354-4889-4880-A52E-3B4182758053}" type="datetimeFigureOut">
              <a:rPr lang="en-IN" smtClean="0"/>
              <a:t>24-12-2025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7191FDC-26A5-5B75-EA86-7ADC618E6A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79079B-12F6-F0B8-C8E7-C10E941928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0433BE-4CD3-4EFC-A9D8-F1405B9CDB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71981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2B4054-6A55-F35F-4C8C-BF8E4C6539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3FC968-34A4-0D4B-4747-673E60CA50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6B6C60-5261-AA2C-8D73-D5246FE8F6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9BBB93-BC90-AE38-5405-DD80CA5C0F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B8E354-4889-4880-A52E-3B4182758053}" type="datetimeFigureOut">
              <a:rPr lang="en-IN" smtClean="0"/>
              <a:t>24-12-2025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6FEC61-D35F-7601-CD0B-E87E13CF4C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0D3D15-BC07-9234-F422-4D620088E6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0433BE-4CD3-4EFC-A9D8-F1405B9CDB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754469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50915E-F259-3540-2A4D-8D110DA2D5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5C8D08E-2A2A-B8CD-A2D5-DE136F633B8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152ACA5-87C1-ECF7-974C-E162677BBE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2C0F5A-AAF4-5B44-867D-A355A3D40D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B8E354-4889-4880-A52E-3B4182758053}" type="datetimeFigureOut">
              <a:rPr lang="en-IN" smtClean="0"/>
              <a:t>24-12-2025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7FBD03-0291-175C-AD72-0038E03F24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FAF96A-E7E6-E800-B9D7-618670BDD2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0433BE-4CD3-4EFC-A9D8-F1405B9CDB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19405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F328D8-1B79-65E8-3770-E6835AF71D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8E5C69-3654-BD77-9B01-C2B3507BF9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867E5C-8EE6-C55C-6961-70325A1784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B8E354-4889-4880-A52E-3B4182758053}" type="datetimeFigureOut">
              <a:rPr lang="en-IN" smtClean="0"/>
              <a:t>24-12-2025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3CA1FE-79AF-E29A-B405-17655CECA5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4CB406-CFC3-F7B8-FED2-7D081233D4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0433BE-4CD3-4EFC-A9D8-F1405B9CDB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04184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9616434-7BD8-2AC9-820B-FCDB6618FA0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D1E5888-2827-8C12-A49D-943A839FC0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ACC43F-B2E2-7FE5-56ED-1C9332A88B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B8E354-4889-4880-A52E-3B4182758053}" type="datetimeFigureOut">
              <a:rPr lang="en-IN" smtClean="0"/>
              <a:t>24-12-2025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E11E24-74A2-85FF-599A-4956829D53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BDC301-3895-E06B-AB83-3696CACABE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0433BE-4CD3-4EFC-A9D8-F1405B9CDB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8419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30BC75A-A0B3-F35A-456C-00212D92A0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1DA844-2098-A125-19B5-A433DA2D6F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C52551-8AC2-A297-C600-8A51F1D7A86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B8E354-4889-4880-A52E-3B4182758053}" type="datetimeFigureOut">
              <a:rPr lang="en-IN" smtClean="0"/>
              <a:t>24-12-2025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9726BC-1ED3-5DC0-405C-BD88D630A9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393ABB-EB08-6AE9-06F8-ED24F0ECAA6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0433BE-4CD3-4EFC-A9D8-F1405B9CDB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86672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oup 2">
            <a:extLst>
              <a:ext uri="{FF2B5EF4-FFF2-40B4-BE49-F238E27FC236}">
                <a16:creationId xmlns:a16="http://schemas.microsoft.com/office/drawing/2014/main" id="{ABDD7CD3-C5CE-75DB-AA03-288E8201A79A}"/>
              </a:ext>
            </a:extLst>
          </p:cNvPr>
          <p:cNvGrpSpPr/>
          <p:nvPr/>
        </p:nvGrpSpPr>
        <p:grpSpPr>
          <a:xfrm>
            <a:off x="2632935" y="1599224"/>
            <a:ext cx="6827355" cy="3140168"/>
            <a:chOff x="0" y="-400144"/>
            <a:chExt cx="40035582" cy="19248750"/>
          </a:xfrm>
        </p:grpSpPr>
        <p:sp>
          <p:nvSpPr>
            <p:cNvPr id="29" name="Freeform 3">
              <a:extLst>
                <a:ext uri="{FF2B5EF4-FFF2-40B4-BE49-F238E27FC236}">
                  <a16:creationId xmlns:a16="http://schemas.microsoft.com/office/drawing/2014/main" id="{CB8405E2-2BA9-934C-7132-17E3909BF152}"/>
                </a:ext>
              </a:extLst>
            </p:cNvPr>
            <p:cNvSpPr/>
            <p:nvPr/>
          </p:nvSpPr>
          <p:spPr>
            <a:xfrm>
              <a:off x="1843036" y="-400144"/>
              <a:ext cx="38192546" cy="18703825"/>
            </a:xfrm>
            <a:custGeom>
              <a:avLst/>
              <a:gdLst/>
              <a:ahLst/>
              <a:cxnLst/>
              <a:rect l="l" t="t" r="r" b="b"/>
              <a:pathLst>
                <a:path w="38192549" h="18703825">
                  <a:moveTo>
                    <a:pt x="0" y="0"/>
                  </a:moveTo>
                  <a:lnTo>
                    <a:pt x="38192549" y="0"/>
                  </a:lnTo>
                  <a:lnTo>
                    <a:pt x="38192549" y="18703825"/>
                  </a:lnTo>
                  <a:lnTo>
                    <a:pt x="0" y="187038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30" name="Freeform 4">
              <a:extLst>
                <a:ext uri="{FF2B5EF4-FFF2-40B4-BE49-F238E27FC236}">
                  <a16:creationId xmlns:a16="http://schemas.microsoft.com/office/drawing/2014/main" id="{60A81CFF-5C79-B0C8-62E6-A430E51CFCE8}"/>
                </a:ext>
              </a:extLst>
            </p:cNvPr>
            <p:cNvSpPr/>
            <p:nvPr/>
          </p:nvSpPr>
          <p:spPr>
            <a:xfrm>
              <a:off x="0" y="0"/>
              <a:ext cx="38337328" cy="18848606"/>
            </a:xfrm>
            <a:custGeom>
              <a:avLst/>
              <a:gdLst/>
              <a:ahLst/>
              <a:cxnLst/>
              <a:rect l="l" t="t" r="r" b="b"/>
              <a:pathLst>
                <a:path w="38337328" h="18848606">
                  <a:moveTo>
                    <a:pt x="38192549" y="18703826"/>
                  </a:moveTo>
                  <a:lnTo>
                    <a:pt x="38337328" y="18703826"/>
                  </a:lnTo>
                  <a:lnTo>
                    <a:pt x="38337328" y="18848606"/>
                  </a:lnTo>
                  <a:lnTo>
                    <a:pt x="38192549" y="18848606"/>
                  </a:lnTo>
                  <a:lnTo>
                    <a:pt x="38192549" y="18703826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18703826"/>
                  </a:lnTo>
                  <a:lnTo>
                    <a:pt x="0" y="18703826"/>
                  </a:lnTo>
                  <a:lnTo>
                    <a:pt x="0" y="144780"/>
                  </a:lnTo>
                  <a:close/>
                  <a:moveTo>
                    <a:pt x="0" y="18703826"/>
                  </a:moveTo>
                  <a:lnTo>
                    <a:pt x="144780" y="18703826"/>
                  </a:lnTo>
                  <a:lnTo>
                    <a:pt x="144780" y="18848606"/>
                  </a:lnTo>
                  <a:lnTo>
                    <a:pt x="0" y="18848606"/>
                  </a:lnTo>
                  <a:lnTo>
                    <a:pt x="0" y="18703826"/>
                  </a:lnTo>
                  <a:close/>
                  <a:moveTo>
                    <a:pt x="38192549" y="144780"/>
                  </a:moveTo>
                  <a:lnTo>
                    <a:pt x="38337328" y="144780"/>
                  </a:lnTo>
                  <a:lnTo>
                    <a:pt x="38337328" y="18703826"/>
                  </a:lnTo>
                  <a:lnTo>
                    <a:pt x="38192549" y="18703826"/>
                  </a:lnTo>
                  <a:lnTo>
                    <a:pt x="38192549" y="144780"/>
                  </a:lnTo>
                  <a:close/>
                  <a:moveTo>
                    <a:pt x="144780" y="18703826"/>
                  </a:moveTo>
                  <a:lnTo>
                    <a:pt x="38192549" y="18703826"/>
                  </a:lnTo>
                  <a:lnTo>
                    <a:pt x="38192549" y="18848606"/>
                  </a:lnTo>
                  <a:lnTo>
                    <a:pt x="144780" y="18848606"/>
                  </a:lnTo>
                  <a:lnTo>
                    <a:pt x="144780" y="18703826"/>
                  </a:lnTo>
                  <a:close/>
                  <a:moveTo>
                    <a:pt x="38192549" y="0"/>
                  </a:moveTo>
                  <a:lnTo>
                    <a:pt x="38337328" y="0"/>
                  </a:lnTo>
                  <a:lnTo>
                    <a:pt x="38337328" y="144780"/>
                  </a:lnTo>
                  <a:lnTo>
                    <a:pt x="38192549" y="144780"/>
                  </a:lnTo>
                  <a:lnTo>
                    <a:pt x="38192549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38192549" y="0"/>
                  </a:lnTo>
                  <a:lnTo>
                    <a:pt x="38192549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id="31" name="Group 5">
            <a:extLst>
              <a:ext uri="{FF2B5EF4-FFF2-40B4-BE49-F238E27FC236}">
                <a16:creationId xmlns:a16="http://schemas.microsoft.com/office/drawing/2014/main" id="{F49DBE7C-52C6-363F-D132-7BB52581AD16}"/>
              </a:ext>
            </a:extLst>
          </p:cNvPr>
          <p:cNvGrpSpPr/>
          <p:nvPr/>
        </p:nvGrpSpPr>
        <p:grpSpPr>
          <a:xfrm>
            <a:off x="1239408" y="2632504"/>
            <a:ext cx="3563818" cy="3782903"/>
            <a:chOff x="0" y="0"/>
            <a:chExt cx="5649361" cy="6134864"/>
          </a:xfrm>
        </p:grpSpPr>
        <p:pic>
          <p:nvPicPr>
            <p:cNvPr id="32" name="Picture 6">
              <a:extLst>
                <a:ext uri="{FF2B5EF4-FFF2-40B4-BE49-F238E27FC236}">
                  <a16:creationId xmlns:a16="http://schemas.microsoft.com/office/drawing/2014/main" id="{01E33D26-5BE9-F1A6-AEA5-2DAE7493AEB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p:blipFill>
          <p:spPr>
            <a:xfrm>
              <a:off x="123964" y="0"/>
              <a:ext cx="2667866" cy="3239552"/>
            </a:xfrm>
            <a:prstGeom prst="rect">
              <a:avLst/>
            </a:prstGeom>
          </p:spPr>
        </p:pic>
        <p:pic>
          <p:nvPicPr>
            <p:cNvPr id="33" name="Picture 7">
              <a:extLst>
                <a:ext uri="{FF2B5EF4-FFF2-40B4-BE49-F238E27FC236}">
                  <a16:creationId xmlns:a16="http://schemas.microsoft.com/office/drawing/2014/main" id="{6311BEEA-7721-E782-D674-0D06A2C2F44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/>
            <a:stretch>
              <a:fillRect/>
            </a:stretch>
          </p:blipFill>
          <p:spPr>
            <a:xfrm flipH="1">
              <a:off x="0" y="2273049"/>
              <a:ext cx="5649361" cy="3861815"/>
            </a:xfrm>
            <a:prstGeom prst="rect">
              <a:avLst/>
            </a:prstGeom>
          </p:spPr>
        </p:pic>
      </p:grpSp>
      <p:grpSp>
        <p:nvGrpSpPr>
          <p:cNvPr id="34" name="Group 8">
            <a:extLst>
              <a:ext uri="{FF2B5EF4-FFF2-40B4-BE49-F238E27FC236}">
                <a16:creationId xmlns:a16="http://schemas.microsoft.com/office/drawing/2014/main" id="{A446A3EF-CE40-20D5-950E-10AD3E8507FB}"/>
              </a:ext>
            </a:extLst>
          </p:cNvPr>
          <p:cNvGrpSpPr/>
          <p:nvPr/>
        </p:nvGrpSpPr>
        <p:grpSpPr>
          <a:xfrm>
            <a:off x="3751322" y="2022349"/>
            <a:ext cx="4363379" cy="2278946"/>
            <a:chOff x="0" y="0"/>
            <a:chExt cx="5817838" cy="3038594"/>
          </a:xfrm>
        </p:grpSpPr>
        <p:grpSp>
          <p:nvGrpSpPr>
            <p:cNvPr id="35" name="Group 9">
              <a:extLst>
                <a:ext uri="{FF2B5EF4-FFF2-40B4-BE49-F238E27FC236}">
                  <a16:creationId xmlns:a16="http://schemas.microsoft.com/office/drawing/2014/main" id="{795BC7D5-857D-8FB1-A35A-0AB9B0973C0C}"/>
                </a:ext>
              </a:extLst>
            </p:cNvPr>
            <p:cNvGrpSpPr/>
            <p:nvPr/>
          </p:nvGrpSpPr>
          <p:grpSpPr>
            <a:xfrm>
              <a:off x="0" y="901257"/>
              <a:ext cx="1787536" cy="2137337"/>
              <a:chOff x="0" y="0"/>
              <a:chExt cx="9542071" cy="11409346"/>
            </a:xfrm>
          </p:grpSpPr>
          <p:sp>
            <p:nvSpPr>
              <p:cNvPr id="45" name="Freeform 10">
                <a:extLst>
                  <a:ext uri="{FF2B5EF4-FFF2-40B4-BE49-F238E27FC236}">
                    <a16:creationId xmlns:a16="http://schemas.microsoft.com/office/drawing/2014/main" id="{E7F4CA85-83A0-D332-A2BE-9B652B6D15E8}"/>
                  </a:ext>
                </a:extLst>
              </p:cNvPr>
              <p:cNvSpPr/>
              <p:nvPr/>
            </p:nvSpPr>
            <p:spPr>
              <a:xfrm>
                <a:off x="72390" y="72390"/>
                <a:ext cx="9397291" cy="11264567"/>
              </a:xfrm>
              <a:custGeom>
                <a:avLst/>
                <a:gdLst/>
                <a:ahLst/>
                <a:cxnLst/>
                <a:rect l="l" t="t" r="r" b="b"/>
                <a:pathLst>
                  <a:path w="9397291" h="11264567">
                    <a:moveTo>
                      <a:pt x="0" y="0"/>
                    </a:moveTo>
                    <a:lnTo>
                      <a:pt x="9397291" y="0"/>
                    </a:lnTo>
                    <a:lnTo>
                      <a:pt x="9397291" y="11264567"/>
                    </a:lnTo>
                    <a:lnTo>
                      <a:pt x="0" y="1126456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DF0F2">
                  <a:alpha val="68627"/>
                </a:srgbClr>
              </a:solidFill>
            </p:spPr>
          </p:sp>
          <p:sp>
            <p:nvSpPr>
              <p:cNvPr id="46" name="Freeform 11">
                <a:extLst>
                  <a:ext uri="{FF2B5EF4-FFF2-40B4-BE49-F238E27FC236}">
                    <a16:creationId xmlns:a16="http://schemas.microsoft.com/office/drawing/2014/main" id="{2B02554F-ADEB-797C-81E4-0BC4629D0364}"/>
                  </a:ext>
                </a:extLst>
              </p:cNvPr>
              <p:cNvSpPr/>
              <p:nvPr/>
            </p:nvSpPr>
            <p:spPr>
              <a:xfrm>
                <a:off x="0" y="0"/>
                <a:ext cx="9542071" cy="11409346"/>
              </a:xfrm>
              <a:custGeom>
                <a:avLst/>
                <a:gdLst/>
                <a:ahLst/>
                <a:cxnLst/>
                <a:rect l="l" t="t" r="r" b="b"/>
                <a:pathLst>
                  <a:path w="9542071" h="11409346">
                    <a:moveTo>
                      <a:pt x="9397291" y="11264567"/>
                    </a:moveTo>
                    <a:lnTo>
                      <a:pt x="9542071" y="11264567"/>
                    </a:lnTo>
                    <a:lnTo>
                      <a:pt x="9542071" y="11409346"/>
                    </a:lnTo>
                    <a:lnTo>
                      <a:pt x="9397291" y="11409346"/>
                    </a:lnTo>
                    <a:lnTo>
                      <a:pt x="9397291" y="11264567"/>
                    </a:lnTo>
                    <a:close/>
                    <a:moveTo>
                      <a:pt x="0" y="144780"/>
                    </a:moveTo>
                    <a:lnTo>
                      <a:pt x="144780" y="144780"/>
                    </a:lnTo>
                    <a:lnTo>
                      <a:pt x="144780" y="11264567"/>
                    </a:lnTo>
                    <a:lnTo>
                      <a:pt x="0" y="11264567"/>
                    </a:lnTo>
                    <a:lnTo>
                      <a:pt x="0" y="144780"/>
                    </a:lnTo>
                    <a:close/>
                    <a:moveTo>
                      <a:pt x="0" y="11264567"/>
                    </a:moveTo>
                    <a:lnTo>
                      <a:pt x="144780" y="11264567"/>
                    </a:lnTo>
                    <a:lnTo>
                      <a:pt x="144780" y="11409346"/>
                    </a:lnTo>
                    <a:lnTo>
                      <a:pt x="0" y="11409346"/>
                    </a:lnTo>
                    <a:lnTo>
                      <a:pt x="0" y="11264567"/>
                    </a:lnTo>
                    <a:close/>
                    <a:moveTo>
                      <a:pt x="9397291" y="144780"/>
                    </a:moveTo>
                    <a:lnTo>
                      <a:pt x="9542071" y="144780"/>
                    </a:lnTo>
                    <a:lnTo>
                      <a:pt x="9542071" y="11264567"/>
                    </a:lnTo>
                    <a:lnTo>
                      <a:pt x="9397291" y="11264567"/>
                    </a:lnTo>
                    <a:lnTo>
                      <a:pt x="9397291" y="144780"/>
                    </a:lnTo>
                    <a:close/>
                    <a:moveTo>
                      <a:pt x="144780" y="11264567"/>
                    </a:moveTo>
                    <a:lnTo>
                      <a:pt x="9397291" y="11264567"/>
                    </a:lnTo>
                    <a:lnTo>
                      <a:pt x="9397291" y="11409346"/>
                    </a:lnTo>
                    <a:lnTo>
                      <a:pt x="144780" y="11409346"/>
                    </a:lnTo>
                    <a:lnTo>
                      <a:pt x="144780" y="11264567"/>
                    </a:lnTo>
                    <a:close/>
                    <a:moveTo>
                      <a:pt x="9397291" y="0"/>
                    </a:moveTo>
                    <a:lnTo>
                      <a:pt x="9542071" y="0"/>
                    </a:lnTo>
                    <a:lnTo>
                      <a:pt x="9542071" y="144780"/>
                    </a:lnTo>
                    <a:lnTo>
                      <a:pt x="9397291" y="144780"/>
                    </a:lnTo>
                    <a:lnTo>
                      <a:pt x="9397291" y="0"/>
                    </a:lnTo>
                    <a:close/>
                    <a:moveTo>
                      <a:pt x="0" y="0"/>
                    </a:moveTo>
                    <a:lnTo>
                      <a:pt x="144780" y="0"/>
                    </a:lnTo>
                    <a:lnTo>
                      <a:pt x="144780" y="144780"/>
                    </a:lnTo>
                    <a:lnTo>
                      <a:pt x="0" y="144780"/>
                    </a:lnTo>
                    <a:lnTo>
                      <a:pt x="0" y="0"/>
                    </a:lnTo>
                    <a:close/>
                    <a:moveTo>
                      <a:pt x="144780" y="0"/>
                    </a:moveTo>
                    <a:lnTo>
                      <a:pt x="9397291" y="0"/>
                    </a:lnTo>
                    <a:lnTo>
                      <a:pt x="9397291" y="144780"/>
                    </a:lnTo>
                    <a:lnTo>
                      <a:pt x="144780" y="144780"/>
                    </a:lnTo>
                    <a:lnTo>
                      <a:pt x="144780" y="0"/>
                    </a:lnTo>
                    <a:close/>
                  </a:path>
                </a:pathLst>
              </a:custGeom>
              <a:solidFill>
                <a:srgbClr val="EDF0F2">
                  <a:alpha val="68627"/>
                </a:srgbClr>
              </a:solidFill>
            </p:spPr>
          </p:sp>
        </p:grpSp>
        <p:grpSp>
          <p:nvGrpSpPr>
            <p:cNvPr id="36" name="Group 12">
              <a:extLst>
                <a:ext uri="{FF2B5EF4-FFF2-40B4-BE49-F238E27FC236}">
                  <a16:creationId xmlns:a16="http://schemas.microsoft.com/office/drawing/2014/main" id="{ED829FB1-F00C-3BBF-E09E-9C196EB1228F}"/>
                </a:ext>
              </a:extLst>
            </p:cNvPr>
            <p:cNvGrpSpPr/>
            <p:nvPr/>
          </p:nvGrpSpPr>
          <p:grpSpPr>
            <a:xfrm>
              <a:off x="2015151" y="901257"/>
              <a:ext cx="1787536" cy="2137337"/>
              <a:chOff x="0" y="0"/>
              <a:chExt cx="9542071" cy="11409346"/>
            </a:xfrm>
          </p:grpSpPr>
          <p:sp>
            <p:nvSpPr>
              <p:cNvPr id="43" name="Freeform 13">
                <a:extLst>
                  <a:ext uri="{FF2B5EF4-FFF2-40B4-BE49-F238E27FC236}">
                    <a16:creationId xmlns:a16="http://schemas.microsoft.com/office/drawing/2014/main" id="{4A557811-1AAC-66FE-7E2B-C3E6562A41FB}"/>
                  </a:ext>
                </a:extLst>
              </p:cNvPr>
              <p:cNvSpPr/>
              <p:nvPr/>
            </p:nvSpPr>
            <p:spPr>
              <a:xfrm>
                <a:off x="72390" y="72390"/>
                <a:ext cx="9397291" cy="11264567"/>
              </a:xfrm>
              <a:custGeom>
                <a:avLst/>
                <a:gdLst/>
                <a:ahLst/>
                <a:cxnLst/>
                <a:rect l="l" t="t" r="r" b="b"/>
                <a:pathLst>
                  <a:path w="9397291" h="11264567">
                    <a:moveTo>
                      <a:pt x="0" y="0"/>
                    </a:moveTo>
                    <a:lnTo>
                      <a:pt x="9397291" y="0"/>
                    </a:lnTo>
                    <a:lnTo>
                      <a:pt x="9397291" y="11264567"/>
                    </a:lnTo>
                    <a:lnTo>
                      <a:pt x="0" y="1126456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DF0F2">
                  <a:alpha val="68627"/>
                </a:srgbClr>
              </a:solidFill>
            </p:spPr>
          </p:sp>
          <p:sp>
            <p:nvSpPr>
              <p:cNvPr id="44" name="Freeform 14">
                <a:extLst>
                  <a:ext uri="{FF2B5EF4-FFF2-40B4-BE49-F238E27FC236}">
                    <a16:creationId xmlns:a16="http://schemas.microsoft.com/office/drawing/2014/main" id="{E0DBE51E-C88B-B0D4-E42F-6C4F64A8D603}"/>
                  </a:ext>
                </a:extLst>
              </p:cNvPr>
              <p:cNvSpPr/>
              <p:nvPr/>
            </p:nvSpPr>
            <p:spPr>
              <a:xfrm>
                <a:off x="0" y="0"/>
                <a:ext cx="9542071" cy="11409346"/>
              </a:xfrm>
              <a:custGeom>
                <a:avLst/>
                <a:gdLst/>
                <a:ahLst/>
                <a:cxnLst/>
                <a:rect l="l" t="t" r="r" b="b"/>
                <a:pathLst>
                  <a:path w="9542071" h="11409346">
                    <a:moveTo>
                      <a:pt x="9397291" y="11264567"/>
                    </a:moveTo>
                    <a:lnTo>
                      <a:pt x="9542071" y="11264567"/>
                    </a:lnTo>
                    <a:lnTo>
                      <a:pt x="9542071" y="11409346"/>
                    </a:lnTo>
                    <a:lnTo>
                      <a:pt x="9397291" y="11409346"/>
                    </a:lnTo>
                    <a:lnTo>
                      <a:pt x="9397291" y="11264567"/>
                    </a:lnTo>
                    <a:close/>
                    <a:moveTo>
                      <a:pt x="0" y="144780"/>
                    </a:moveTo>
                    <a:lnTo>
                      <a:pt x="144780" y="144780"/>
                    </a:lnTo>
                    <a:lnTo>
                      <a:pt x="144780" y="11264567"/>
                    </a:lnTo>
                    <a:lnTo>
                      <a:pt x="0" y="11264567"/>
                    </a:lnTo>
                    <a:lnTo>
                      <a:pt x="0" y="144780"/>
                    </a:lnTo>
                    <a:close/>
                    <a:moveTo>
                      <a:pt x="0" y="11264567"/>
                    </a:moveTo>
                    <a:lnTo>
                      <a:pt x="144780" y="11264567"/>
                    </a:lnTo>
                    <a:lnTo>
                      <a:pt x="144780" y="11409346"/>
                    </a:lnTo>
                    <a:lnTo>
                      <a:pt x="0" y="11409346"/>
                    </a:lnTo>
                    <a:lnTo>
                      <a:pt x="0" y="11264567"/>
                    </a:lnTo>
                    <a:close/>
                    <a:moveTo>
                      <a:pt x="9397291" y="144780"/>
                    </a:moveTo>
                    <a:lnTo>
                      <a:pt x="9542071" y="144780"/>
                    </a:lnTo>
                    <a:lnTo>
                      <a:pt x="9542071" y="11264567"/>
                    </a:lnTo>
                    <a:lnTo>
                      <a:pt x="9397291" y="11264567"/>
                    </a:lnTo>
                    <a:lnTo>
                      <a:pt x="9397291" y="144780"/>
                    </a:lnTo>
                    <a:close/>
                    <a:moveTo>
                      <a:pt x="144780" y="11264567"/>
                    </a:moveTo>
                    <a:lnTo>
                      <a:pt x="9397291" y="11264567"/>
                    </a:lnTo>
                    <a:lnTo>
                      <a:pt x="9397291" y="11409346"/>
                    </a:lnTo>
                    <a:lnTo>
                      <a:pt x="144780" y="11409346"/>
                    </a:lnTo>
                    <a:lnTo>
                      <a:pt x="144780" y="11264567"/>
                    </a:lnTo>
                    <a:close/>
                    <a:moveTo>
                      <a:pt x="9397291" y="0"/>
                    </a:moveTo>
                    <a:lnTo>
                      <a:pt x="9542071" y="0"/>
                    </a:lnTo>
                    <a:lnTo>
                      <a:pt x="9542071" y="144780"/>
                    </a:lnTo>
                    <a:lnTo>
                      <a:pt x="9397291" y="144780"/>
                    </a:lnTo>
                    <a:lnTo>
                      <a:pt x="9397291" y="0"/>
                    </a:lnTo>
                    <a:close/>
                    <a:moveTo>
                      <a:pt x="0" y="0"/>
                    </a:moveTo>
                    <a:lnTo>
                      <a:pt x="144780" y="0"/>
                    </a:lnTo>
                    <a:lnTo>
                      <a:pt x="144780" y="144780"/>
                    </a:lnTo>
                    <a:lnTo>
                      <a:pt x="0" y="144780"/>
                    </a:lnTo>
                    <a:lnTo>
                      <a:pt x="0" y="0"/>
                    </a:lnTo>
                    <a:close/>
                    <a:moveTo>
                      <a:pt x="144780" y="0"/>
                    </a:moveTo>
                    <a:lnTo>
                      <a:pt x="9397291" y="0"/>
                    </a:lnTo>
                    <a:lnTo>
                      <a:pt x="9397291" y="144780"/>
                    </a:lnTo>
                    <a:lnTo>
                      <a:pt x="144780" y="144780"/>
                    </a:lnTo>
                    <a:lnTo>
                      <a:pt x="144780" y="0"/>
                    </a:lnTo>
                    <a:close/>
                  </a:path>
                </a:pathLst>
              </a:custGeom>
              <a:solidFill>
                <a:srgbClr val="EDF0F2">
                  <a:alpha val="68627"/>
                </a:srgbClr>
              </a:solidFill>
            </p:spPr>
          </p:sp>
        </p:grpSp>
        <p:grpSp>
          <p:nvGrpSpPr>
            <p:cNvPr id="37" name="Group 15">
              <a:extLst>
                <a:ext uri="{FF2B5EF4-FFF2-40B4-BE49-F238E27FC236}">
                  <a16:creationId xmlns:a16="http://schemas.microsoft.com/office/drawing/2014/main" id="{57DCA490-34F1-F390-C4F7-9DA979A9E21E}"/>
                </a:ext>
              </a:extLst>
            </p:cNvPr>
            <p:cNvGrpSpPr/>
            <p:nvPr/>
          </p:nvGrpSpPr>
          <p:grpSpPr>
            <a:xfrm>
              <a:off x="4030302" y="901257"/>
              <a:ext cx="1787536" cy="2137337"/>
              <a:chOff x="0" y="0"/>
              <a:chExt cx="9542071" cy="11409346"/>
            </a:xfrm>
          </p:grpSpPr>
          <p:sp>
            <p:nvSpPr>
              <p:cNvPr id="41" name="Freeform 16">
                <a:extLst>
                  <a:ext uri="{FF2B5EF4-FFF2-40B4-BE49-F238E27FC236}">
                    <a16:creationId xmlns:a16="http://schemas.microsoft.com/office/drawing/2014/main" id="{A0BBA58D-2B2B-E4E5-21C6-6D8935C4B629}"/>
                  </a:ext>
                </a:extLst>
              </p:cNvPr>
              <p:cNvSpPr/>
              <p:nvPr/>
            </p:nvSpPr>
            <p:spPr>
              <a:xfrm>
                <a:off x="72390" y="72390"/>
                <a:ext cx="9397291" cy="11264567"/>
              </a:xfrm>
              <a:custGeom>
                <a:avLst/>
                <a:gdLst/>
                <a:ahLst/>
                <a:cxnLst/>
                <a:rect l="l" t="t" r="r" b="b"/>
                <a:pathLst>
                  <a:path w="9397291" h="11264567">
                    <a:moveTo>
                      <a:pt x="0" y="0"/>
                    </a:moveTo>
                    <a:lnTo>
                      <a:pt x="9397291" y="0"/>
                    </a:lnTo>
                    <a:lnTo>
                      <a:pt x="9397291" y="11264567"/>
                    </a:lnTo>
                    <a:lnTo>
                      <a:pt x="0" y="1126456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DF0F2">
                  <a:alpha val="68627"/>
                </a:srgbClr>
              </a:solidFill>
            </p:spPr>
          </p:sp>
          <p:sp>
            <p:nvSpPr>
              <p:cNvPr id="42" name="Freeform 17">
                <a:extLst>
                  <a:ext uri="{FF2B5EF4-FFF2-40B4-BE49-F238E27FC236}">
                    <a16:creationId xmlns:a16="http://schemas.microsoft.com/office/drawing/2014/main" id="{A9DE8D9A-1EF1-A1A6-B030-637205200DFF}"/>
                  </a:ext>
                </a:extLst>
              </p:cNvPr>
              <p:cNvSpPr/>
              <p:nvPr/>
            </p:nvSpPr>
            <p:spPr>
              <a:xfrm>
                <a:off x="0" y="0"/>
                <a:ext cx="9542071" cy="11409346"/>
              </a:xfrm>
              <a:custGeom>
                <a:avLst/>
                <a:gdLst/>
                <a:ahLst/>
                <a:cxnLst/>
                <a:rect l="l" t="t" r="r" b="b"/>
                <a:pathLst>
                  <a:path w="9542071" h="11409346">
                    <a:moveTo>
                      <a:pt x="9397291" y="11264567"/>
                    </a:moveTo>
                    <a:lnTo>
                      <a:pt x="9542071" y="11264567"/>
                    </a:lnTo>
                    <a:lnTo>
                      <a:pt x="9542071" y="11409346"/>
                    </a:lnTo>
                    <a:lnTo>
                      <a:pt x="9397291" y="11409346"/>
                    </a:lnTo>
                    <a:lnTo>
                      <a:pt x="9397291" y="11264567"/>
                    </a:lnTo>
                    <a:close/>
                    <a:moveTo>
                      <a:pt x="0" y="144780"/>
                    </a:moveTo>
                    <a:lnTo>
                      <a:pt x="144780" y="144780"/>
                    </a:lnTo>
                    <a:lnTo>
                      <a:pt x="144780" y="11264567"/>
                    </a:lnTo>
                    <a:lnTo>
                      <a:pt x="0" y="11264567"/>
                    </a:lnTo>
                    <a:lnTo>
                      <a:pt x="0" y="144780"/>
                    </a:lnTo>
                    <a:close/>
                    <a:moveTo>
                      <a:pt x="0" y="11264567"/>
                    </a:moveTo>
                    <a:lnTo>
                      <a:pt x="144780" y="11264567"/>
                    </a:lnTo>
                    <a:lnTo>
                      <a:pt x="144780" y="11409346"/>
                    </a:lnTo>
                    <a:lnTo>
                      <a:pt x="0" y="11409346"/>
                    </a:lnTo>
                    <a:lnTo>
                      <a:pt x="0" y="11264567"/>
                    </a:lnTo>
                    <a:close/>
                    <a:moveTo>
                      <a:pt x="9397291" y="144780"/>
                    </a:moveTo>
                    <a:lnTo>
                      <a:pt x="9542071" y="144780"/>
                    </a:lnTo>
                    <a:lnTo>
                      <a:pt x="9542071" y="11264567"/>
                    </a:lnTo>
                    <a:lnTo>
                      <a:pt x="9397291" y="11264567"/>
                    </a:lnTo>
                    <a:lnTo>
                      <a:pt x="9397291" y="144780"/>
                    </a:lnTo>
                    <a:close/>
                    <a:moveTo>
                      <a:pt x="144780" y="11264567"/>
                    </a:moveTo>
                    <a:lnTo>
                      <a:pt x="9397291" y="11264567"/>
                    </a:lnTo>
                    <a:lnTo>
                      <a:pt x="9397291" y="11409346"/>
                    </a:lnTo>
                    <a:lnTo>
                      <a:pt x="144780" y="11409346"/>
                    </a:lnTo>
                    <a:lnTo>
                      <a:pt x="144780" y="11264567"/>
                    </a:lnTo>
                    <a:close/>
                    <a:moveTo>
                      <a:pt x="9397291" y="0"/>
                    </a:moveTo>
                    <a:lnTo>
                      <a:pt x="9542071" y="0"/>
                    </a:lnTo>
                    <a:lnTo>
                      <a:pt x="9542071" y="144780"/>
                    </a:lnTo>
                    <a:lnTo>
                      <a:pt x="9397291" y="144780"/>
                    </a:lnTo>
                    <a:lnTo>
                      <a:pt x="9397291" y="0"/>
                    </a:lnTo>
                    <a:close/>
                    <a:moveTo>
                      <a:pt x="0" y="0"/>
                    </a:moveTo>
                    <a:lnTo>
                      <a:pt x="144780" y="0"/>
                    </a:lnTo>
                    <a:lnTo>
                      <a:pt x="144780" y="144780"/>
                    </a:lnTo>
                    <a:lnTo>
                      <a:pt x="0" y="144780"/>
                    </a:lnTo>
                    <a:lnTo>
                      <a:pt x="0" y="0"/>
                    </a:lnTo>
                    <a:close/>
                    <a:moveTo>
                      <a:pt x="144780" y="0"/>
                    </a:moveTo>
                    <a:lnTo>
                      <a:pt x="9397291" y="0"/>
                    </a:lnTo>
                    <a:lnTo>
                      <a:pt x="9397291" y="144780"/>
                    </a:lnTo>
                    <a:lnTo>
                      <a:pt x="144780" y="144780"/>
                    </a:lnTo>
                    <a:lnTo>
                      <a:pt x="144780" y="0"/>
                    </a:lnTo>
                    <a:close/>
                  </a:path>
                </a:pathLst>
              </a:custGeom>
              <a:solidFill>
                <a:srgbClr val="EDF0F2">
                  <a:alpha val="68627"/>
                </a:srgbClr>
              </a:solidFill>
            </p:spPr>
          </p:sp>
        </p:grpSp>
        <p:grpSp>
          <p:nvGrpSpPr>
            <p:cNvPr id="38" name="Group 18">
              <a:extLst>
                <a:ext uri="{FF2B5EF4-FFF2-40B4-BE49-F238E27FC236}">
                  <a16:creationId xmlns:a16="http://schemas.microsoft.com/office/drawing/2014/main" id="{D6DD390A-DB7B-E120-CC53-6F282D3B40E4}"/>
                </a:ext>
              </a:extLst>
            </p:cNvPr>
            <p:cNvGrpSpPr/>
            <p:nvPr/>
          </p:nvGrpSpPr>
          <p:grpSpPr>
            <a:xfrm>
              <a:off x="0" y="0"/>
              <a:ext cx="5817838" cy="415594"/>
              <a:chOff x="0" y="0"/>
              <a:chExt cx="31056283" cy="2218491"/>
            </a:xfrm>
          </p:grpSpPr>
          <p:sp>
            <p:nvSpPr>
              <p:cNvPr id="39" name="Freeform 19">
                <a:extLst>
                  <a:ext uri="{FF2B5EF4-FFF2-40B4-BE49-F238E27FC236}">
                    <a16:creationId xmlns:a16="http://schemas.microsoft.com/office/drawing/2014/main" id="{41B76C7E-9222-3ADB-D2A5-11D4B4B740CF}"/>
                  </a:ext>
                </a:extLst>
              </p:cNvPr>
              <p:cNvSpPr/>
              <p:nvPr/>
            </p:nvSpPr>
            <p:spPr>
              <a:xfrm>
                <a:off x="72390" y="72390"/>
                <a:ext cx="30911502" cy="2073711"/>
              </a:xfrm>
              <a:custGeom>
                <a:avLst/>
                <a:gdLst/>
                <a:ahLst/>
                <a:cxnLst/>
                <a:rect l="l" t="t" r="r" b="b"/>
                <a:pathLst>
                  <a:path w="30911502" h="2073711">
                    <a:moveTo>
                      <a:pt x="0" y="0"/>
                    </a:moveTo>
                    <a:lnTo>
                      <a:pt x="30911502" y="0"/>
                    </a:lnTo>
                    <a:lnTo>
                      <a:pt x="30911502" y="2073711"/>
                    </a:lnTo>
                    <a:lnTo>
                      <a:pt x="0" y="207371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DF0F2">
                  <a:alpha val="68627"/>
                </a:srgbClr>
              </a:solidFill>
            </p:spPr>
          </p:sp>
          <p:sp>
            <p:nvSpPr>
              <p:cNvPr id="40" name="Freeform 20">
                <a:extLst>
                  <a:ext uri="{FF2B5EF4-FFF2-40B4-BE49-F238E27FC236}">
                    <a16:creationId xmlns:a16="http://schemas.microsoft.com/office/drawing/2014/main" id="{7D1C34E3-64C9-2CCE-8225-240FABBA4F2B}"/>
                  </a:ext>
                </a:extLst>
              </p:cNvPr>
              <p:cNvSpPr/>
              <p:nvPr/>
            </p:nvSpPr>
            <p:spPr>
              <a:xfrm>
                <a:off x="0" y="0"/>
                <a:ext cx="31056284" cy="2218491"/>
              </a:xfrm>
              <a:custGeom>
                <a:avLst/>
                <a:gdLst/>
                <a:ahLst/>
                <a:cxnLst/>
                <a:rect l="l" t="t" r="r" b="b"/>
                <a:pathLst>
                  <a:path w="31056284" h="2218491">
                    <a:moveTo>
                      <a:pt x="30911502" y="2073711"/>
                    </a:moveTo>
                    <a:lnTo>
                      <a:pt x="31056284" y="2073711"/>
                    </a:lnTo>
                    <a:lnTo>
                      <a:pt x="31056284" y="2218491"/>
                    </a:lnTo>
                    <a:lnTo>
                      <a:pt x="30911502" y="2218491"/>
                    </a:lnTo>
                    <a:lnTo>
                      <a:pt x="30911502" y="2073711"/>
                    </a:lnTo>
                    <a:close/>
                    <a:moveTo>
                      <a:pt x="0" y="144780"/>
                    </a:moveTo>
                    <a:lnTo>
                      <a:pt x="144780" y="144780"/>
                    </a:lnTo>
                    <a:lnTo>
                      <a:pt x="144780" y="2073711"/>
                    </a:lnTo>
                    <a:lnTo>
                      <a:pt x="0" y="2073711"/>
                    </a:lnTo>
                    <a:lnTo>
                      <a:pt x="0" y="144780"/>
                    </a:lnTo>
                    <a:close/>
                    <a:moveTo>
                      <a:pt x="0" y="2073711"/>
                    </a:moveTo>
                    <a:lnTo>
                      <a:pt x="144780" y="2073711"/>
                    </a:lnTo>
                    <a:lnTo>
                      <a:pt x="144780" y="2218491"/>
                    </a:lnTo>
                    <a:lnTo>
                      <a:pt x="0" y="2218491"/>
                    </a:lnTo>
                    <a:lnTo>
                      <a:pt x="0" y="2073711"/>
                    </a:lnTo>
                    <a:close/>
                    <a:moveTo>
                      <a:pt x="30911502" y="144780"/>
                    </a:moveTo>
                    <a:lnTo>
                      <a:pt x="31056284" y="144780"/>
                    </a:lnTo>
                    <a:lnTo>
                      <a:pt x="31056284" y="2073711"/>
                    </a:lnTo>
                    <a:lnTo>
                      <a:pt x="30911502" y="2073711"/>
                    </a:lnTo>
                    <a:lnTo>
                      <a:pt x="30911502" y="144780"/>
                    </a:lnTo>
                    <a:close/>
                    <a:moveTo>
                      <a:pt x="144780" y="2073711"/>
                    </a:moveTo>
                    <a:lnTo>
                      <a:pt x="30911502" y="2073711"/>
                    </a:lnTo>
                    <a:lnTo>
                      <a:pt x="30911502" y="2218491"/>
                    </a:lnTo>
                    <a:lnTo>
                      <a:pt x="144780" y="2218491"/>
                    </a:lnTo>
                    <a:lnTo>
                      <a:pt x="144780" y="2073711"/>
                    </a:lnTo>
                    <a:close/>
                    <a:moveTo>
                      <a:pt x="30911502" y="0"/>
                    </a:moveTo>
                    <a:lnTo>
                      <a:pt x="31056284" y="0"/>
                    </a:lnTo>
                    <a:lnTo>
                      <a:pt x="31056284" y="144780"/>
                    </a:lnTo>
                    <a:lnTo>
                      <a:pt x="30911502" y="144780"/>
                    </a:lnTo>
                    <a:lnTo>
                      <a:pt x="30911502" y="0"/>
                    </a:lnTo>
                    <a:close/>
                    <a:moveTo>
                      <a:pt x="0" y="0"/>
                    </a:moveTo>
                    <a:lnTo>
                      <a:pt x="144780" y="0"/>
                    </a:lnTo>
                    <a:lnTo>
                      <a:pt x="144780" y="144780"/>
                    </a:lnTo>
                    <a:lnTo>
                      <a:pt x="0" y="144780"/>
                    </a:lnTo>
                    <a:lnTo>
                      <a:pt x="0" y="0"/>
                    </a:lnTo>
                    <a:close/>
                    <a:moveTo>
                      <a:pt x="144780" y="0"/>
                    </a:moveTo>
                    <a:lnTo>
                      <a:pt x="30911502" y="0"/>
                    </a:lnTo>
                    <a:lnTo>
                      <a:pt x="30911502" y="144780"/>
                    </a:lnTo>
                    <a:lnTo>
                      <a:pt x="144780" y="144780"/>
                    </a:lnTo>
                    <a:lnTo>
                      <a:pt x="144780" y="0"/>
                    </a:lnTo>
                    <a:close/>
                  </a:path>
                </a:pathLst>
              </a:custGeom>
              <a:solidFill>
                <a:srgbClr val="EDF0F2">
                  <a:alpha val="68627"/>
                </a:srgbClr>
              </a:solidFill>
            </p:spPr>
          </p:sp>
        </p:grpSp>
      </p:grpSp>
      <p:pic>
        <p:nvPicPr>
          <p:cNvPr id="47" name="Picture 21">
            <a:extLst>
              <a:ext uri="{FF2B5EF4-FFF2-40B4-BE49-F238E27FC236}">
                <a16:creationId xmlns:a16="http://schemas.microsoft.com/office/drawing/2014/main" id="{7714713A-679C-7AB8-8CC6-974A6D8DBC2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>
            <a:fillRect/>
          </a:stretch>
        </p:blipFill>
        <p:spPr>
          <a:xfrm>
            <a:off x="8692082" y="5524814"/>
            <a:ext cx="513256" cy="513256"/>
          </a:xfrm>
          <a:prstGeom prst="rect">
            <a:avLst/>
          </a:prstGeom>
        </p:spPr>
      </p:pic>
      <p:grpSp>
        <p:nvGrpSpPr>
          <p:cNvPr id="48" name="Group 22">
            <a:extLst>
              <a:ext uri="{FF2B5EF4-FFF2-40B4-BE49-F238E27FC236}">
                <a16:creationId xmlns:a16="http://schemas.microsoft.com/office/drawing/2014/main" id="{CA1804CB-6604-2369-EBD5-B50634202F20}"/>
              </a:ext>
            </a:extLst>
          </p:cNvPr>
          <p:cNvGrpSpPr/>
          <p:nvPr/>
        </p:nvGrpSpPr>
        <p:grpSpPr>
          <a:xfrm>
            <a:off x="7189654" y="2784293"/>
            <a:ext cx="3296355" cy="3691591"/>
            <a:chOff x="0" y="0"/>
            <a:chExt cx="5560797" cy="6422684"/>
          </a:xfrm>
        </p:grpSpPr>
        <p:pic>
          <p:nvPicPr>
            <p:cNvPr id="49" name="Picture 23">
              <a:extLst>
                <a:ext uri="{FF2B5EF4-FFF2-40B4-BE49-F238E27FC236}">
                  <a16:creationId xmlns:a16="http://schemas.microsoft.com/office/drawing/2014/main" id="{419F7A0B-B818-F565-86A0-5BF28A098ECA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rcRect/>
            <a:stretch>
              <a:fillRect/>
            </a:stretch>
          </p:blipFill>
          <p:spPr>
            <a:xfrm>
              <a:off x="0" y="1841581"/>
              <a:ext cx="5560797" cy="4581103"/>
            </a:xfrm>
            <a:prstGeom prst="rect">
              <a:avLst/>
            </a:prstGeom>
          </p:spPr>
        </p:pic>
        <p:pic>
          <p:nvPicPr>
            <p:cNvPr id="50" name="Picture 24">
              <a:extLst>
                <a:ext uri="{FF2B5EF4-FFF2-40B4-BE49-F238E27FC236}">
                  <a16:creationId xmlns:a16="http://schemas.microsoft.com/office/drawing/2014/main" id="{B39BDBA1-723F-2E4F-A6E6-4AF0331F299F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rcRect/>
            <a:stretch>
              <a:fillRect/>
            </a:stretch>
          </p:blipFill>
          <p:spPr>
            <a:xfrm>
              <a:off x="1641158" y="0"/>
              <a:ext cx="2278481" cy="2447587"/>
            </a:xfrm>
            <a:prstGeom prst="rect">
              <a:avLst/>
            </a:prstGeom>
          </p:spPr>
        </p:pic>
      </p:grpSp>
      <p:sp>
        <p:nvSpPr>
          <p:cNvPr id="51" name="TextBox 25">
            <a:extLst>
              <a:ext uri="{FF2B5EF4-FFF2-40B4-BE49-F238E27FC236}">
                <a16:creationId xmlns:a16="http://schemas.microsoft.com/office/drawing/2014/main" id="{AD546735-C152-6229-54D0-29CA4586FE70}"/>
              </a:ext>
            </a:extLst>
          </p:cNvPr>
          <p:cNvSpPr txBox="1"/>
          <p:nvPr/>
        </p:nvSpPr>
        <p:spPr>
          <a:xfrm>
            <a:off x="-162988" y="212542"/>
            <a:ext cx="12192000" cy="10296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349"/>
              </a:lnSpc>
            </a:pPr>
            <a:r>
              <a:rPr lang="en-US" sz="4000" dirty="0">
                <a:solidFill>
                  <a:srgbClr val="000000"/>
                </a:solidFill>
                <a:latin typeface="Arial Black" panose="020B0A04020102020204" pitchFamily="34" charset="0"/>
              </a:rPr>
              <a:t>Life Expectancy Prediction</a:t>
            </a:r>
          </a:p>
        </p:txBody>
      </p:sp>
    </p:spTree>
    <p:extLst>
      <p:ext uri="{BB962C8B-B14F-4D97-AF65-F5344CB8AC3E}">
        <p14:creationId xmlns:p14="http://schemas.microsoft.com/office/powerpoint/2010/main" val="36902360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4624828-A53F-0D56-FBB8-D890C8463C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1. Introduction</a:t>
            </a:r>
            <a:br>
              <a:rPr lang="en-US" b="1" dirty="0"/>
            </a:br>
            <a:endParaRPr lang="en-IN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D923B1B-2303-DF2E-95D4-1596348A81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This project focuses on predicting </a:t>
            </a:r>
            <a:r>
              <a:rPr lang="en-US" b="1" dirty="0"/>
              <a:t>Life Expectancy</a:t>
            </a:r>
            <a:r>
              <a:rPr lang="en-US" dirty="0"/>
              <a:t> using machine learning techniques. The complete implementation was carried out in a </a:t>
            </a:r>
            <a:r>
              <a:rPr lang="en-US" dirty="0" err="1"/>
              <a:t>Jupyter</a:t>
            </a:r>
            <a:r>
              <a:rPr lang="en-US" dirty="0"/>
              <a:t> Notebook titled </a:t>
            </a:r>
            <a:r>
              <a:rPr lang="en-US" i="1" dirty="0"/>
              <a:t>Life </a:t>
            </a:r>
            <a:r>
              <a:rPr lang="en-US" i="1" dirty="0" err="1"/>
              <a:t>Expectency.ipynb</a:t>
            </a:r>
            <a:r>
              <a:rPr lang="en-US" dirty="0"/>
              <a:t>. The notebook was executed line by line to load data, preprocess it, train a model, evaluate performance, and finally make predictions using new input data.</a:t>
            </a:r>
          </a:p>
          <a:p>
            <a:r>
              <a:rPr lang="en-US" dirty="0"/>
              <a:t>The purpose of this report is to explain each step performed in the notebook in a structured and understandable manner 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275265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35A39F-7CD9-2074-8AF7-A7FC34977F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 Libraries and Environment Setup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6C8170-5FAF-E070-D1A5-97AF18B8F8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following Python libraries were imported at the beginning of the notebook:</a:t>
            </a:r>
          </a:p>
          <a:p>
            <a:r>
              <a:rPr lang="en-US" b="1" dirty="0"/>
              <a:t>NumPy</a:t>
            </a:r>
            <a:r>
              <a:rPr lang="en-US" dirty="0"/>
              <a:t> – for numerical operations</a:t>
            </a:r>
          </a:p>
          <a:p>
            <a:r>
              <a:rPr lang="en-US" b="1" dirty="0"/>
              <a:t>Pandas</a:t>
            </a:r>
            <a:r>
              <a:rPr lang="en-US" dirty="0"/>
              <a:t> – for data loading and manipulation</a:t>
            </a:r>
          </a:p>
          <a:p>
            <a:r>
              <a:rPr lang="en-US" b="1" dirty="0"/>
              <a:t>Matplotlib &amp; Seaborn</a:t>
            </a:r>
            <a:r>
              <a:rPr lang="en-US" dirty="0"/>
              <a:t> – for data visualization</a:t>
            </a:r>
          </a:p>
          <a:p>
            <a:r>
              <a:rPr lang="en-US" b="1" dirty="0"/>
              <a:t>Scikit-learn</a:t>
            </a:r>
            <a:r>
              <a:rPr lang="en-US" dirty="0"/>
              <a:t> – for feature selection, model training, and evaluation</a:t>
            </a:r>
          </a:p>
          <a:p>
            <a:r>
              <a:rPr lang="en-US" b="1" dirty="0"/>
              <a:t>Pickle</a:t>
            </a:r>
            <a:r>
              <a:rPr lang="en-US" dirty="0"/>
              <a:t> – for saving and loading the trained model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41686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1E7512-EFC1-27BF-89E5-572F6A0B09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3. Dataset Loading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AE6E3E-8334-8331-5723-F5C991CAF2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dataset was loaded using the Pandas library:</a:t>
            </a:r>
          </a:p>
          <a:p>
            <a:r>
              <a:rPr lang="en-US" dirty="0"/>
              <a:t>File name: </a:t>
            </a:r>
            <a:r>
              <a:rPr lang="en-US" i="1" dirty="0"/>
              <a:t>Life Expectancy Data.csv</a:t>
            </a:r>
            <a:endParaRPr lang="en-US" dirty="0"/>
          </a:p>
          <a:p>
            <a:r>
              <a:rPr lang="en-US" dirty="0"/>
              <a:t>Method used: </a:t>
            </a:r>
            <a:r>
              <a:rPr lang="en-US" dirty="0" err="1"/>
              <a:t>pd.read_csv</a:t>
            </a:r>
            <a:r>
              <a:rPr lang="en-US" dirty="0"/>
              <a:t>()</a:t>
            </a:r>
          </a:p>
          <a:p>
            <a:r>
              <a:rPr lang="en-US" dirty="0"/>
              <a:t>After loading the dataset, basic inspection was performed to understand the structure, number of rows and columns, and data types.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562186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EBB04E-A9CC-8096-82B7-01DC81729A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4. Data Preprocessing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9DF376-A616-1048-0025-B3575E3A9E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b="1" dirty="0"/>
              <a:t>4.1 Handling Missing Values</a:t>
            </a:r>
          </a:p>
          <a:p>
            <a:r>
              <a:rPr lang="en-US" dirty="0"/>
              <a:t>The dataset contained missing values. These were handled by:</a:t>
            </a:r>
          </a:p>
          <a:p>
            <a:r>
              <a:rPr lang="en-US" dirty="0"/>
              <a:t>Identifying null values</a:t>
            </a:r>
          </a:p>
          <a:p>
            <a:r>
              <a:rPr lang="en-US" dirty="0"/>
              <a:t>Filling missing numerical values using statistical methods such as mean or median</a:t>
            </a:r>
          </a:p>
          <a:p>
            <a:r>
              <a:rPr lang="en-US" dirty="0"/>
              <a:t>This step ensured that the dataset was clean and suitable for machine learning models.</a:t>
            </a:r>
          </a:p>
          <a:p>
            <a:r>
              <a:rPr lang="en-US" b="1" dirty="0"/>
              <a:t>4.2 Encoding Categorical Data</a:t>
            </a:r>
          </a:p>
          <a:p>
            <a:r>
              <a:rPr lang="en-US" dirty="0"/>
              <a:t>Categorical variables such as </a:t>
            </a:r>
            <a:r>
              <a:rPr lang="en-US" b="1" dirty="0"/>
              <a:t>Status (Developed / Developing)</a:t>
            </a:r>
            <a:r>
              <a:rPr lang="en-US" dirty="0"/>
              <a:t> were converted into numerical format so that they could be used by the regression model.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762011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8953AE-59D9-D875-46EA-50DBBABBB9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5. Feature Selection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EAD94E-F449-EFC7-A71A-B4E23F8DB4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 improve model performance, </a:t>
            </a:r>
            <a:r>
              <a:rPr lang="en-US" b="1" dirty="0" err="1"/>
              <a:t>VarianceThreshold</a:t>
            </a:r>
            <a:r>
              <a:rPr lang="en-US" dirty="0"/>
              <a:t> from Scikit-learn was used.</a:t>
            </a:r>
          </a:p>
          <a:p>
            <a:r>
              <a:rPr lang="en-US" dirty="0"/>
              <a:t>Low-variance features were removed</a:t>
            </a:r>
          </a:p>
          <a:p>
            <a:r>
              <a:rPr lang="en-US" dirty="0"/>
              <a:t>Only meaningful and informative features were retained</a:t>
            </a:r>
          </a:p>
          <a:p>
            <a:r>
              <a:rPr lang="en-US" dirty="0"/>
              <a:t>This helped reduce noise and dimensionality in the dataset.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576929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F89AFE-70F6-E1D6-AB3B-6DFCC62ECA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6. Train-Test Split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7719D3-590F-122B-E2C3-3C917BEAAF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dataset was divided into:</a:t>
            </a:r>
          </a:p>
          <a:p>
            <a:r>
              <a:rPr lang="en-US" b="1" dirty="0"/>
              <a:t>Training set</a:t>
            </a:r>
            <a:r>
              <a:rPr lang="en-US" dirty="0"/>
              <a:t> – used to train the model</a:t>
            </a:r>
          </a:p>
          <a:p>
            <a:r>
              <a:rPr lang="en-US" b="1" dirty="0"/>
              <a:t>Testing set</a:t>
            </a:r>
            <a:r>
              <a:rPr lang="en-US" dirty="0"/>
              <a:t> – used to evaluate performance</a:t>
            </a:r>
          </a:p>
          <a:p>
            <a:r>
              <a:rPr lang="en-US" dirty="0"/>
              <a:t>Method used:</a:t>
            </a:r>
          </a:p>
          <a:p>
            <a:r>
              <a:rPr lang="en-US" dirty="0" err="1"/>
              <a:t>train_test_split</a:t>
            </a:r>
            <a:r>
              <a:rPr lang="en-US" dirty="0"/>
              <a:t>()</a:t>
            </a:r>
          </a:p>
          <a:p>
            <a:r>
              <a:rPr lang="en-US" dirty="0"/>
              <a:t>This prevents overfitting and allows unbiased evaluation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705135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677DD2-BE3D-7ACA-EC36-9AA1521328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6"/>
            <a:ext cx="10151225" cy="2413866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/>
              <a:t> Linear Regression Model</a:t>
            </a:r>
          </a:p>
          <a:p>
            <a:r>
              <a:rPr lang="en-US" dirty="0"/>
              <a:t>A </a:t>
            </a:r>
            <a:r>
              <a:rPr lang="en-US" b="1" dirty="0"/>
              <a:t>Linear Regression</a:t>
            </a:r>
            <a:r>
              <a:rPr lang="en-US" dirty="0"/>
              <a:t> model was selected for this project.</a:t>
            </a:r>
          </a:p>
          <a:p>
            <a:r>
              <a:rPr lang="en-US" dirty="0"/>
              <a:t>Model imported from </a:t>
            </a:r>
            <a:r>
              <a:rPr lang="en-US" dirty="0" err="1"/>
              <a:t>sklearn.linear_model</a:t>
            </a:r>
            <a:endParaRPr lang="en-US" dirty="0"/>
          </a:p>
          <a:p>
            <a:r>
              <a:rPr lang="en-US" dirty="0"/>
              <a:t>The model was trained using the training dataset</a:t>
            </a:r>
          </a:p>
          <a:p>
            <a:r>
              <a:rPr lang="en-US" dirty="0"/>
              <a:t>Linear regression was chosen because life expectancy is a continuous numerical variable.</a:t>
            </a:r>
          </a:p>
          <a:p>
            <a:endParaRPr lang="en-IN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1B9C8A0E-DDF4-5A1B-DC70-12C2983413BF}"/>
              </a:ext>
            </a:extLst>
          </p:cNvPr>
          <p:cNvSpPr txBox="1">
            <a:spLocks/>
          </p:cNvSpPr>
          <p:nvPr/>
        </p:nvSpPr>
        <p:spPr>
          <a:xfrm>
            <a:off x="990600" y="5175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dirty="0"/>
              <a:t>7. Model Building</a:t>
            </a:r>
          </a:p>
        </p:txBody>
      </p:sp>
    </p:spTree>
    <p:extLst>
      <p:ext uri="{BB962C8B-B14F-4D97-AF65-F5344CB8AC3E}">
        <p14:creationId xmlns:p14="http://schemas.microsoft.com/office/powerpoint/2010/main" val="35916316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F70FF62-D0C8-E804-2CF5-3B6C0975FE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15884"/>
            <a:ext cx="10515600" cy="5861079"/>
          </a:xfrm>
        </p:spPr>
        <p:txBody>
          <a:bodyPr>
            <a:normAutofit/>
          </a:bodyPr>
          <a:lstStyle/>
          <a:p>
            <a:endParaRPr lang="en-US" dirty="0"/>
          </a:p>
          <a:p>
            <a:endParaRPr lang="en-US" dirty="0"/>
          </a:p>
          <a:p>
            <a:r>
              <a:rPr lang="en-US" dirty="0"/>
              <a:t>The model’s performance was evaluated using:</a:t>
            </a:r>
          </a:p>
          <a:p>
            <a:r>
              <a:rPr lang="en-US" b="1" dirty="0"/>
              <a:t>Mean Squared Error (MSE)</a:t>
            </a:r>
            <a:endParaRPr lang="en-US" dirty="0"/>
          </a:p>
          <a:p>
            <a:r>
              <a:rPr lang="en-US" dirty="0"/>
              <a:t>MSE helped measure how close the predicted life expectancy values were to the actual values. A lower MSE indicates better performance.</a:t>
            </a:r>
            <a:br>
              <a:rPr lang="en-US" dirty="0"/>
            </a:br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After successful training, the model was saved using the </a:t>
            </a:r>
            <a:r>
              <a:rPr lang="en-US" b="1" dirty="0"/>
              <a:t>pickle</a:t>
            </a:r>
            <a:r>
              <a:rPr lang="en-US" dirty="0"/>
              <a:t> library.</a:t>
            </a:r>
          </a:p>
          <a:p>
            <a:r>
              <a:rPr lang="en-US" dirty="0"/>
              <a:t>This allows reuse of the trained model without retraining</a:t>
            </a:r>
          </a:p>
          <a:p>
            <a:r>
              <a:rPr lang="en-US" dirty="0"/>
              <a:t>Useful for deployment and future predictions</a:t>
            </a:r>
          </a:p>
          <a:p>
            <a:endParaRPr lang="en-IN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AE047EF3-AEA6-7782-411E-C235D743759E}"/>
              </a:ext>
            </a:extLst>
          </p:cNvPr>
          <p:cNvSpPr txBox="1">
            <a:spLocks/>
          </p:cNvSpPr>
          <p:nvPr/>
        </p:nvSpPr>
        <p:spPr>
          <a:xfrm>
            <a:off x="838200" y="215488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dirty="0"/>
              <a:t>8. Model Evaluation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A7678637-9F4F-1EE2-C33C-23C8CBC5153C}"/>
              </a:ext>
            </a:extLst>
          </p:cNvPr>
          <p:cNvSpPr txBox="1">
            <a:spLocks/>
          </p:cNvSpPr>
          <p:nvPr/>
        </p:nvSpPr>
        <p:spPr>
          <a:xfrm>
            <a:off x="838200" y="31962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  <a:p>
            <a:r>
              <a:rPr lang="en-US" dirty="0"/>
              <a:t>9. Model Saving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446883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B16244-AC31-33F5-7187-68CA8C2D6C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10. Prediction Using New Data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7ADDA2-980F-A1FB-B272-FB0CB3804E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10.1 Creating Input Data</a:t>
            </a:r>
          </a:p>
          <a:p>
            <a:r>
              <a:rPr lang="en-US" dirty="0"/>
              <a:t>New data points were manually created using NumPy arrays. Each array contained values corresponding to the selected features.</a:t>
            </a:r>
          </a:p>
          <a:p>
            <a:pPr marL="0" indent="0">
              <a:buNone/>
            </a:pPr>
            <a:r>
              <a:rPr lang="en-US" b="1" dirty="0"/>
              <a:t>10.2 Making Predictions</a:t>
            </a:r>
          </a:p>
          <a:p>
            <a:r>
              <a:rPr lang="en-US" dirty="0"/>
              <a:t>The saved model was loaded and used to predict life expectancy for new input data.</a:t>
            </a:r>
          </a:p>
          <a:p>
            <a:r>
              <a:rPr lang="en-US" dirty="0" err="1"/>
              <a:t>loaded_model.predict</a:t>
            </a:r>
            <a:r>
              <a:rPr lang="en-US" dirty="0"/>
              <a:t>() method was used</a:t>
            </a:r>
          </a:p>
          <a:p>
            <a:r>
              <a:rPr lang="en-US" dirty="0"/>
              <a:t>Predicted life expectancy values were printed as output</a:t>
            </a:r>
          </a:p>
          <a:p>
            <a:r>
              <a:rPr lang="en-US" dirty="0"/>
              <a:t>Multiple predictions were performed to verify model functionality.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611329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7C94EF-116F-0D6F-4998-6EEEC3251F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11. Results and Interpretation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4046D9-A2BE-3B8A-3191-B3FBB6B5DA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The model successfully predicted reasonable life expectancy values based on the input features. This confirms that the trained regression model learned meaningful patterns from the dataset.</a:t>
            </a:r>
          </a:p>
          <a:p>
            <a:pPr marL="0" indent="0">
              <a:buNone/>
            </a:pPr>
            <a:r>
              <a:rPr lang="en-US" dirty="0"/>
              <a:t>Important influencing factors included:</a:t>
            </a:r>
          </a:p>
          <a:p>
            <a:r>
              <a:rPr lang="en-US" dirty="0"/>
              <a:t>Adult mortality</a:t>
            </a:r>
          </a:p>
          <a:p>
            <a:r>
              <a:rPr lang="en-US" dirty="0"/>
              <a:t>Schooling</a:t>
            </a:r>
          </a:p>
          <a:p>
            <a:r>
              <a:rPr lang="en-US" dirty="0"/>
              <a:t>BMI</a:t>
            </a:r>
          </a:p>
          <a:p>
            <a:r>
              <a:rPr lang="en-US" dirty="0"/>
              <a:t>Healthcare expenditure</a:t>
            </a:r>
          </a:p>
          <a:p>
            <a:r>
              <a:rPr lang="en-US" dirty="0"/>
              <a:t>GDP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243429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17E766-5B5F-CFFE-E0CE-188B66FFE1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12. 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F069B2-C537-D636-CDF4-46D9FEE4F0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This project demonstrated a complete machine learning pipeline starting from data loading to prediction. By following a step-by-step approach, a Linear Regression model was successfully built to predict life expectancy.</a:t>
            </a:r>
          </a:p>
          <a:p>
            <a:pPr marL="0" indent="0">
              <a:buNone/>
            </a:pPr>
            <a:r>
              <a:rPr lang="en-US" dirty="0"/>
              <a:t>The project enhanced practical understanding of:</a:t>
            </a:r>
          </a:p>
          <a:p>
            <a:r>
              <a:rPr lang="en-US" dirty="0"/>
              <a:t>Data preprocessing</a:t>
            </a:r>
          </a:p>
          <a:p>
            <a:r>
              <a:rPr lang="en-US" dirty="0"/>
              <a:t>Feature selection</a:t>
            </a:r>
          </a:p>
          <a:p>
            <a:r>
              <a:rPr lang="en-US" dirty="0"/>
              <a:t>Model training and evaluation</a:t>
            </a:r>
          </a:p>
          <a:p>
            <a:r>
              <a:rPr lang="en-US" dirty="0"/>
              <a:t>Real-world prediction using machine learning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916962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0115AC-AC96-5A88-4039-B1C4F215CB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13. Future Enhancements</a:t>
            </a:r>
            <a:br>
              <a:rPr lang="en-US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80B39F-CCD2-39DC-349D-E6B703245B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46662"/>
            <a:ext cx="10515600" cy="4830301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Use advanced models like Random Forest or </a:t>
            </a:r>
            <a:r>
              <a:rPr lang="en-US" dirty="0" err="1"/>
              <a:t>XGBoost</a:t>
            </a:r>
            <a:endParaRPr lang="en-US" dirty="0"/>
          </a:p>
          <a:p>
            <a:r>
              <a:rPr lang="en-US" dirty="0"/>
              <a:t>Perform hyperparameter tuning</a:t>
            </a:r>
          </a:p>
          <a:p>
            <a:r>
              <a:rPr lang="en-US" dirty="0"/>
              <a:t>Improve accuracy using feature engineering</a:t>
            </a:r>
          </a:p>
          <a:p>
            <a:r>
              <a:rPr lang="en-US" dirty="0"/>
              <a:t>Deploy the model as a web application</a:t>
            </a:r>
          </a:p>
          <a:p>
            <a:endParaRPr lang="en-US" dirty="0"/>
          </a:p>
          <a:p>
            <a:pPr marL="0" indent="0">
              <a:buNone/>
            </a:pPr>
            <a:br>
              <a:rPr lang="en-US" dirty="0"/>
            </a:br>
            <a:endParaRPr lang="en-US" dirty="0"/>
          </a:p>
          <a:p>
            <a:r>
              <a:rPr lang="en-US" dirty="0"/>
              <a:t>Hands-on experience with real datasets</a:t>
            </a:r>
          </a:p>
          <a:p>
            <a:r>
              <a:rPr lang="en-US" dirty="0"/>
              <a:t>Strong understanding of regression models</a:t>
            </a:r>
          </a:p>
          <a:p>
            <a:r>
              <a:rPr lang="en-US" dirty="0"/>
              <a:t>Practical application of Scikit-learn</a:t>
            </a:r>
          </a:p>
          <a:p>
            <a:r>
              <a:rPr lang="en-US" dirty="0"/>
              <a:t>Confidence in end-to-end data science projects</a:t>
            </a:r>
          </a:p>
          <a:p>
            <a:endParaRPr lang="en-IN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8B8F018-8A50-81B2-E91D-06841BBFC792}"/>
              </a:ext>
            </a:extLst>
          </p:cNvPr>
          <p:cNvSpPr txBox="1">
            <a:spLocks/>
          </p:cNvSpPr>
          <p:nvPr/>
        </p:nvSpPr>
        <p:spPr>
          <a:xfrm>
            <a:off x="838200" y="346640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dirty="0"/>
              <a:t>14. Learning Outcomes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066499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704</Words>
  <Application>Microsoft Office PowerPoint</Application>
  <PresentationFormat>Widescreen</PresentationFormat>
  <Paragraphs>90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Arial Black</vt:lpstr>
      <vt:lpstr>Calibri</vt:lpstr>
      <vt:lpstr>Calibri Light</vt:lpstr>
      <vt:lpstr>Office Theme</vt:lpstr>
      <vt:lpstr>PowerPoint Presentation</vt:lpstr>
      <vt:lpstr>1. Introduction </vt:lpstr>
      <vt:lpstr>2. Libraries and Environment Setup </vt:lpstr>
      <vt:lpstr>3. Dataset Loading</vt:lpstr>
      <vt:lpstr>4. Data Preprocessing</vt:lpstr>
      <vt:lpstr>5. Feature Selection</vt:lpstr>
      <vt:lpstr>6. Train-Test Split</vt:lpstr>
      <vt:lpstr>PowerPoint Presentation</vt:lpstr>
      <vt:lpstr>PowerPoint Presentation</vt:lpstr>
      <vt:lpstr>10. Prediction Using New Data</vt:lpstr>
      <vt:lpstr>11. Results and Interpretation</vt:lpstr>
      <vt:lpstr>12. Conclusion</vt:lpstr>
      <vt:lpstr>13. Future Enhancements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AFSANA</dc:creator>
  <cp:lastModifiedBy>AFSANA</cp:lastModifiedBy>
  <cp:revision>1</cp:revision>
  <dcterms:created xsi:type="dcterms:W3CDTF">2025-12-24T12:59:34Z</dcterms:created>
  <dcterms:modified xsi:type="dcterms:W3CDTF">2025-12-24T13:00:33Z</dcterms:modified>
</cp:coreProperties>
</file>